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>
            <p14:sldId id="256"/>
          </p14:sldIdLst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/>
              <a:t>Diapositiva oculta: no aparece al presentar. Bórrala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0802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6321A-F500-F0FD-54A0-7CF10F09539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Guía de uso de la plantilla</a:t>
            </a:r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5E9B5-BE25-693C-D665-94EF29D4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12780-A6DF-0506-58C8-B0613D75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B21362-0052-B0D0-1677-DB2F23170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47852"/>
              </p:ext>
            </p:extLst>
          </p:nvPr>
        </p:nvGraphicFramePr>
        <p:xfrm>
          <a:off x="609600" y="1219200"/>
          <a:ext cx="10972800" cy="279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42297781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491364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656305196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56151476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Proyecto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Protocolo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Clientes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015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· localhost:8080/WS_CON_UNI_JAVA_SOAP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0223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 · localhost:5052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8793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(JAX-RS) · localhost:8080/WS_CON_UNI_JAVA_RESTFUL/api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4996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 · localhost:5013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5233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8F6E40-C35C-3C33-C1DE-AEEB9DE42784}"/>
              </a:ext>
            </a:extLst>
          </p:cNvPr>
          <p:cNvSpPr txBox="1"/>
          <p:nvPr/>
        </p:nvSpPr>
        <p:spPr>
          <a:xfrm>
            <a:off x="609600" y="4191000"/>
            <a:ext cx="10972800" cy="140038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1.  Copia este archivo a la carpeta 05. DOCUMENTACION de cada proyecto y cámbiale el nombre.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2.  Reemplaza todo lo que está [entre corchetes] con los datos de la tabla. Donde dice [A | B], deja solo la opción de tu proyecto.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3.  Para pegar una captura, haz clic en el ícono de imagen del recuadro.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4.  Las notas de cada diapositiva explican qué poner. Usuario de prueba en los 4 proyectos: user / 1234.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5.  Esta diapositiva está oculta: bórrala antes de entregar.</a:t>
            </a:r>
            <a:endParaRPr lang="es-EC" sz="13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2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[SOAP | RESTful] sin BDD en [JAVA | .NET]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[TI.1.X]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>  [Nombre Apellido] · [Nombre Apellido] · [Nombre Apellido]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>  [Ing. Nombre del tutor]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>   Servidor [SOAP | RESTful]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[SOAP | RESTful] en [JAVA | .NET],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[SOAP | RESTful]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[SOAP y WSDL | REST y JSON]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[SOAP] Intercambia mensajes XML dentro de un sobre (Envelope). Un contrato WSDL describe las operaciones del servicio.</a:t>
            </a:r>
          </a:p>
          <a:p>
            <a:r>
              <a:rPr lang="es-MX"/>
              <a:t>[RESTful] Expone recursos por URL que se usan con verbos HTTP (GET, POST) e intercambian datos en JSON.</a:t>
            </a:r>
          </a:p>
          <a:p>
            <a:r>
              <a:rPr lang="es-MX"/>
              <a:t>[Borra la opción que no corresponde y agrega una ventaja del protocolo.]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[Ej.: ASP.NET Core + SoapCore | Jakarta EE en Payara]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[Tecnología]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[Tecnología]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[Tecnología]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[Tecnología]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[IDE, gestor de paquetes, emulador]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[x.y]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9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[SOAP | RESTful]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[JAVA | .NET] · [localhost:puerto]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[Tecnología]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[Tecnología]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[Tecnología]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[Tecnología]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[mensajes SOAP en XML | HTTP con JSON]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[SOAP | RESTful]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[Tecnología] · [URL base del servicio]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[tipo de proyecto] en [IDE].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WS_CON_UNI_[JAVA | DOTNET]_[SOAP | RESTful] con el paquete ec.edu.monster.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[servidor de aplicaciones y puerto].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[librerías].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[Servicios web SOAP | Endpoints REST]: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[login → …]  ·  [catálogo → …]  ·  [conversión → …]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14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s-MX"/>
              <a:t>[Pega aquí el fragmento principal:</a:t>
            </a:r>
          </a:p>
          <a:p>
            <a:pPr>
              <a:lnSpc>
                <a:spcPct val="110000"/>
              </a:lnSpc>
            </a:pPr>
            <a:r>
              <a:rPr lang="es-MX"/>
              <a:t> definición del servicio o endpoint]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[Qué hace este fragmento.]</a:t>
            </a:r>
          </a:p>
          <a:p>
            <a:r>
              <a:rPr lang="es-MX"/>
              <a:t>[Por qué es importante en el proyecto.]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[IDE o comando].</a:t>
            </a:r>
          </a:p>
          <a:p>
            <a:r>
              <a:rPr lang="es-MX"/>
              <a:t>Comprobar [el WSDL en … | el endpoint en …].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[Tecnología]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CONSOLE_CON_UNI_[JAVA | DOTNET]_[SOAP | RESTful] creado en [IDE].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s-MX"/>
              <a:t>[Pega aquí cómo el cliente</a:t>
            </a:r>
          </a:p>
          <a:p>
            <a:pPr>
              <a:lnSpc>
                <a:spcPct val="110000"/>
              </a:lnSpc>
            </a:pPr>
            <a:r>
              <a:rPr lang="es-MX"/>
              <a:t> llama al servidor]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[Qué hace este fragmento.]</a:t>
            </a:r>
          </a:p>
          <a:p>
            <a:r>
              <a:rPr lang="es-MX"/>
              <a:t>[Cómo maneja errores o la sesión.]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[Tecnología]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ESC_CON_UNI_[JAVA | DOTNET]_[SOAP | RESTful] creado en [IDE].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s-MX"/>
              <a:t>[Pega aquí cómo el cliente</a:t>
            </a:r>
          </a:p>
          <a:p>
            <a:pPr>
              <a:lnSpc>
                <a:spcPct val="110000"/>
              </a:lnSpc>
            </a:pPr>
            <a:r>
              <a:rPr lang="es-MX"/>
              <a:t> llama al servidor]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[Qué hace este fragmento.]</a:t>
            </a:r>
          </a:p>
          <a:p>
            <a:r>
              <a:rPr lang="es-MX"/>
              <a:t>[Cómo maneja errores o la sesión.]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[Tecnología]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WEB_CON_UNI_[JAVA | DOTNET]_[SOAP | RESTful] creado en [IDE].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s-MX"/>
              <a:t>[Pega aquí cómo el cliente</a:t>
            </a:r>
          </a:p>
          <a:p>
            <a:pPr>
              <a:lnSpc>
                <a:spcPct val="110000"/>
              </a:lnSpc>
            </a:pPr>
            <a:r>
              <a:rPr lang="es-MX"/>
              <a:t> llama al servidor]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[Qué hace este fragmento.]</a:t>
            </a:r>
          </a:p>
          <a:p>
            <a:r>
              <a:rPr lang="es-MX"/>
              <a:t>[Cómo maneja errores o la sesión.]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[Tecnología]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MOV_CON_UNI_[JAVA | DOTNET]_[SOAP | RESTful] creado en [IDE].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10000"/>
              </a:lnSpc>
            </a:pPr>
            <a:r>
              <a:rPr lang="es-MX"/>
              <a:t>[Pega aquí cómo el cliente</a:t>
            </a:r>
          </a:p>
          <a:p>
            <a:pPr>
              <a:lnSpc>
                <a:spcPct val="110000"/>
              </a:lnSpc>
            </a:pPr>
            <a:r>
              <a:rPr lang="es-MX"/>
              <a:t> llama al servidor]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[Qué hace este fragmento.]</a:t>
            </a:r>
          </a:p>
          <a:p>
            <a:r>
              <a:rPr lang="es-MX"/>
              <a:t>[Cómo maneja errores o la sesión.]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34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[Pruebas automáticas: N pruebas, todas correctas.]</a:t>
            </a:r>
          </a:p>
          <a:p>
            <a:r>
              <a:rPr lang="es-MX"/>
              <a:t>[Herramienta usada: JUnit | xUnit].</a:t>
            </a:r>
          </a:p>
          <a:p>
            <a:r>
              <a:rPr lang="es-MX"/>
              <a:t>[Observaciones encontradas durante las pruebas.]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[SOAP | RESTful]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[Conclusión propia del proyecto.]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[y WS-Security]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[Recomendación propia del proyecto.]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[Autor. (Año). Título. Editorial o URL.]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Microsoft Office PowerPoint</Application>
  <PresentationFormat>Custom</PresentationFormat>
  <Paragraphs>411</Paragraphs>
  <Slides>39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Consolas</vt:lpstr>
      <vt:lpstr>Segoe UI</vt:lpstr>
      <vt:lpstr>Segoe UI Semibold</vt:lpstr>
      <vt:lpstr>Office Theme</vt:lpstr>
      <vt:lpstr>Guía de uso de la plantilla</vt:lpstr>
      <vt:lpstr>Conversión de Unidades [SOAP | RESTful] sin BDD en [JAVA | .NET]</vt:lpstr>
      <vt:lpstr>Contenido</vt:lpstr>
      <vt:lpstr>Objetivos</vt:lpstr>
      <vt:lpstr>Marco teórico y arquitectura</vt:lpstr>
      <vt:lpstr>[SOAP y WSDL | REST y JSON]</vt:lpstr>
      <vt:lpstr>Arquitectura SOA y patrón MVC</vt:lpstr>
      <vt:lpstr>Tecnologías utilizadas</vt:lpstr>
      <vt:lpstr>Arquitectura del sistema</vt:lpstr>
      <vt:lpstr>Servidor [SOAP | RESTful]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1</cp:revision>
  <dcterms:created xsi:type="dcterms:W3CDTF">2026-10-26T18:34:13Z</dcterms:created>
  <dcterms:modified xsi:type="dcterms:W3CDTF">2026-10-26T18:34:13Z</dcterms:modified>
</cp:coreProperties>
</file>