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5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5" r:id="rId10"/>
    <p:sldId id="386" r:id="rId11"/>
    <p:sldId id="387" r:id="rId12"/>
    <p:sldId id="388" r:id="rId13"/>
    <p:sldId id="389" r:id="rId14"/>
    <p:sldId id="390" r:id="rId15"/>
    <p:sldId id="391" r:id="rId16"/>
    <p:sldId id="392" r:id="rId17"/>
    <p:sldId id="393" r:id="rId18"/>
    <p:sldId id="394" r:id="rId19"/>
    <p:sldId id="395" r:id="rId20"/>
    <p:sldId id="396" r:id="rId21"/>
    <p:sldId id="397" r:id="rId22"/>
    <p:sldId id="398" r:id="rId23"/>
    <p:sldId id="399" r:id="rId24"/>
    <p:sldId id="400" r:id="rId25"/>
    <p:sldId id="401" r:id="rId26"/>
    <p:sldId id="402" r:id="rId27"/>
    <p:sldId id="403" r:id="rId28"/>
    <p:sldId id="404" r:id="rId29"/>
    <p:sldId id="405" r:id="rId30"/>
    <p:sldId id="406" r:id="rId31"/>
    <p:sldId id="407" r:id="rId32"/>
    <p:sldId id="408" r:id="rId33"/>
    <p:sldId id="342" r:id="rId34"/>
    <p:sldId id="343" r:id="rId35"/>
    <p:sldId id="344" r:id="rId36"/>
    <p:sldId id="382" r:id="rId37"/>
    <p:sldId id="383" r:id="rId38"/>
    <p:sldId id="384" r:id="rId39"/>
    <p:sldId id="345" r:id="rId40"/>
    <p:sldId id="346" r:id="rId41"/>
    <p:sldId id="347" r:id="rId42"/>
    <p:sldId id="374" r:id="rId43"/>
    <p:sldId id="375" r:id="rId44"/>
    <p:sldId id="376" r:id="rId45"/>
    <p:sldId id="377" r:id="rId46"/>
    <p:sldId id="378" r:id="rId47"/>
    <p:sldId id="379" r:id="rId48"/>
    <p:sldId id="380" r:id="rId49"/>
    <p:sldId id="381" r:id="rId50"/>
    <p:sldId id="348" r:id="rId51"/>
    <p:sldId id="349" r:id="rId52"/>
    <p:sldId id="350" r:id="rId53"/>
    <p:sldId id="367" r:id="rId54"/>
    <p:sldId id="368" r:id="rId55"/>
    <p:sldId id="369" r:id="rId56"/>
    <p:sldId id="370" r:id="rId57"/>
    <p:sldId id="371" r:id="rId58"/>
    <p:sldId id="372" r:id="rId59"/>
    <p:sldId id="373" r:id="rId60"/>
    <p:sldId id="351" r:id="rId61"/>
    <p:sldId id="352" r:id="rId62"/>
    <p:sldId id="353" r:id="rId63"/>
    <p:sldId id="359" r:id="rId64"/>
    <p:sldId id="360" r:id="rId65"/>
    <p:sldId id="361" r:id="rId66"/>
    <p:sldId id="362" r:id="rId67"/>
    <p:sldId id="363" r:id="rId68"/>
    <p:sldId id="364" r:id="rId69"/>
    <p:sldId id="365" r:id="rId70"/>
    <p:sldId id="366" r:id="rId71"/>
    <p:sldId id="354" r:id="rId72"/>
    <p:sldId id="357" r:id="rId73"/>
    <p:sldId id="358" r:id="rId74"/>
  </p:sldIdLst>
  <p:sldSz cx="12192000" cy="6858000"/>
  <p:notesSz cx="6858000" cy="9144000"/>
  <p:embeddedFontLst>
    <p:embeddedFont>
      <p:font typeface="Cambria" panose="02040503050406030204" pitchFamily="18" charset="0"/>
      <p:regular r:id="rId76"/>
      <p:bold r:id="rId77"/>
      <p:italic r:id="rId78"/>
      <p:boldItalic r:id="rId79"/>
    </p:embeddedFont>
    <p:embeddedFont>
      <p:font typeface="Gill Sans" panose="020B0604020202020204" charset="0"/>
      <p:regular r:id="rId80"/>
      <p:bold r:id="rId8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4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5.fntdata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font" Target="fonts/font3.fntdata"/><Relationship Id="rId8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29/10/2026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4129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SOAP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755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1428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(JAX-WS) · http://localhost:8080/WS_CON_UNI_JAVA_SOAP/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WS_CON_UNI_JAVA_SOAP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y webservices-rt 4.0.6.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6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 y ConversorWebService):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B4F208-24FC-BE2B-0EEA-D82DF27C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578" y="4089232"/>
            <a:ext cx="3624012" cy="257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299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11239A3-9DE9-5D04-D91C-F2B024250A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44833"/>
              </p:ext>
            </p:extLst>
          </p:nvPr>
        </p:nvGraphicFramePr>
        <p:xfrm>
          <a:off x="584200" y="2680042"/>
          <a:ext cx="8585201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708291119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516002394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267987934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94172992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1082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7204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8768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8886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CC2CA5C-A7EF-717A-5902-497B0A6DBB0E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LoginWebService.login  ·  catálogo → ConversorWebService.catalog  ·  conversión → ConversorWebService.convert</a:t>
            </a:r>
          </a:p>
        </p:txBody>
      </p:sp>
    </p:spTree>
    <p:extLst>
      <p:ext uri="{BB962C8B-B14F-4D97-AF65-F5344CB8AC3E}">
        <p14:creationId xmlns:p14="http://schemas.microsoft.com/office/powerpoint/2010/main" val="2243471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7AF2DE-C644-5D05-19BE-738B40869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424617"/>
              </p:ext>
            </p:extLst>
          </p:nvPr>
        </p:nvGraphicFramePr>
        <p:xfrm>
          <a:off x="584200" y="2680042"/>
          <a:ext cx="85852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79904967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42547277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9380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4018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241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05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67341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4847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161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2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@WebService y @WebMethod publican la clase como servicio SOAP; Payara genera el WSDL automáticamente.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operación valida el token antes de convertir, así nadie usa el servicio sin iniciar sesión.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01131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"ConversorWebService")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"convert")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"value")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"from")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"to")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"Invalid Token",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5149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ConversorWebService.java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ec/edu/monster/ws/ConversorWebService.java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5134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"ConversorWebService")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"convert")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"value")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"from")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"to") String 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ConverterDTO(EstadosEnum.ERROR, "Token Inválido", 0);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11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ConversorWebService.java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4431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"catalog")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CatalogDTO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"type") String type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CatalogDTO(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675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ConversorWebService.java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12336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CatalogDTO(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ConverterController.getConverter(type).getUnits()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CatalogDTO(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1624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ec/edu/monster/ws/LoginWebService.java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21146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"LoginWebService")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"username")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"password") String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LoginDTO(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LoginDTO(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172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ec/edu/monster/controlador/ConverterController.java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39750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DataConverter getConverter(String type)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DataConverter converter = ConverterController.getConverter(type);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2525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717626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validateUser(String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3494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ec/edu/monster/servicios/TokenService.java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103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ec.edu.monster.servicios;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TokenService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final Set&lt;String&gt; tokensActivos = new HashSet&lt;&gt;();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UUID.randomUUID().toString();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431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ec/edu/monster/modelos/dto/CatalogDTO.java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5377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CatalogDTO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Set&lt;String&gt;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CatalogDTO(EstadosEnum estado, String mensaje, 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@XmlElementWrapper(name = "resultado")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@XmlElement(name = "unidad")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Set&lt;String&gt;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523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ec/edu/monster/modelos/dto/ConverterDTO.java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2131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double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ConverterDTO(EstadosEnum estado, String mensaje, 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7326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ec/edu/monster/modelos/dto/LoginDTO.java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18181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token;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LoginDTO(EstadosEnum estado, String mensaje,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312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0184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abstract class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EstadosEnum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mensaje;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setEstado(EstadosEnum estado)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getEstado()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setMensaje(String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2487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79186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getMensaje()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ec.edu.monster.modelos.enums;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enum EstadosEnum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4057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DataConverter.java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ec/edu/monster/modelos/interfaces/DataConverter.java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16008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Map&lt;String,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map = this.toMap();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valueFrom = map.get(from);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valueTo = map.get(to);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Set&lt;String&gt; getUnits()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this.toMap().keySet();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893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0601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 throws Exception;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LoginImplRepository implements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HashMap&lt;String, String&gt; users;  // HashMap&lt;username, password&gt;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LoginImplRepository()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 = new HashMap&lt;String, String&gt;();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4329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5512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Credentials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this.users.put("monster", "monster9");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localPassword = this.users.get(localUsername);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(!localUsername.equals(username) || !localPassword.equals(password))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84494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ec/edu/monster/modelos/data/AreaModel.java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23325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AreaModel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data.put("cm2", this.squareCentimeter);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data.put("m2", this.squareMeter);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data.put("km2", this.squareKilometer);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data.put("ha", this.hectare);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data.put("ft2", this.squareFeet);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data.put("ac", this.acre);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478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ec/edu/monster/modelos/data/LongitudModel.java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1625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LongitudModel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//private final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Map&lt;String, Double&gt; data = new HashMap&lt;&gt;();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102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85092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data.put("km", this.kilometer);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data.put("hm", this.hectometer);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data.put("m", this.meter);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data.put("cm", this.centimeter);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data.put("mm", this.millimeter);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data.put("ft", this.feet);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data.put("yd", this.yard);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data.put("mi", this.mile);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3260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ec/edu/monster/modelos/data/MasaPesoModel.java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3744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MasaPesoModel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data.put("g", this.gram);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data.put("kg", this.kilogram);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data.put("oz", this.ounce);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data.put("lb", this.pound);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data.put("qq", this.quintal);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635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ec/edu/monster/modelos/data/TemperaturaModel.java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8376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TemperaturaModel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data.put("°C",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data.put("°F",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data.put("°N",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data.put("°Ré", 1.0);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(!toMap().containsKey(from) || !toMap().containsKey(to))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Celsius First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4868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4083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(from)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7879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64503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111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ec/edu/monster/modelos/data/TiempoModel.java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5590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TiempoModel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data.put("ms" , this.millisecond);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data.put("s" , this.second);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data.put("min" , this.minute);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data.put("h" , this.hour);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data.put("d" , this.day);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data.put("w" , this.week);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2649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ec/edu/monster/modelos/data/VolumenModel.java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42711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VolumenModel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data.put("mL", this.milliliter);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data.put("L", this.liter);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data.put("m3", this.cubicMeter);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data.put("ft3", this.cubicFeet);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data.put("gal", this.galon);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3212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http://localhost:8080/WS_CON_UNI_JAVA_SOAP/LoginWebService?wsdl.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monster / monster9.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30444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Apache CXF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74330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LoginWebService_Service y su puerto se generan desde el WSDL con Apache CXF (wsdl2java).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devuelto se guarda en la sesión y se envía en las llamadas de catálogo y conversión.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840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LoginWebService_Service service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 port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service.getLoginWebServicePort();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2050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LoginHTTP.java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ec/edu/monster/modelos/http/LoginHTTP.java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694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LoginWebService_Service service =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 port = service.getLoginWebServicePort();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53818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ConversorHTTP.java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3974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ConversorHTTP.java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ConversorWebService_Service service = new ConversorWebService_Service();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ConversorWebService port = service.getConversorWebServicePort();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convert(String token, String type, 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port.convert(token, type, 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CatalogDTO getCatalog(String token, String 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port.catalog(token, type);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LoginView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userHasLogin() throws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LoginController ctrl = new LoginController();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7583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900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Scanner scanner = new Scanner(System.in);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scanner.nextLine();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scanner.nextLine();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ResponseDTO res = ctrl.login(username,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MessagesUtils.printMessage(res.getMensaje());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TimeUnit.SECONDS.sleep(3);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res.getEstado()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96089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36169E-D9CD-CF23-E13A-353AF069E30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332E0E81-EF05-5449-0822-C26963672B3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1D5301-F95C-49D1-0C9C-2FC508FD7E0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BA9501F-FA42-7167-3DCB-88E2C1E1AB67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CBE79-DD80-D179-1AF3-CB92081B083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1477CF35-3E71-E2F6-5E11-330B1F42621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1" name="Captura Conversión">
            <a:extLst>
              <a:ext uri="{FF2B5EF4-FFF2-40B4-BE49-F238E27FC236}">
                <a16:creationId xmlns:a16="http://schemas.microsoft.com/office/drawing/2014/main" id="{4137D574-42F9-6195-5B1B-1A178D2D2F01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3E244E-A535-2D83-2C47-E083A7BCD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A53583-38EB-B3BC-64BF-2F9A8E8F9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7010" y="3429000"/>
            <a:ext cx="2613436" cy="267151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50767D-C4AA-EB4B-AAFC-89ECE62E59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08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735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los puertos SOAP generados con wsimport (JAX-WS) con tiempos de espera de 5 s y 15 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servidor responde con error o no hay conexión, lanza ServicioException y la ventana muestra el mensaje.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864438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static ConversorServicio crear(Sesion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LoginWebService_Service()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.getLoginWebServicePort()),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ConversorWebService_Service()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.getConversorWebServicePort()),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void iniciarSesion(String usuario, String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LoginDTO respuesta = llamar(() -&gt; login.login(usuario, clave));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(respuesta.getEstado()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ServicioException(respuesta.getMensaje());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sesion.iniciar(usuario, respuesta.getToken());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246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ec/edu/monster/modelo/ConversorServicio.java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52197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Single entry point to the SOAP server. Controllers depend on this class,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never on the generated wsimport stubs.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ConversorServicio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SIN_CONEXION = "No se pudo conectar con el servidor";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SIN_SESION = "La sesión no está activa";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SIN_RESPUESTA = "El servidor no devolvió una respuesta";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SIN_TOKEN = "El servidor no devolvió un token de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ERROR_GENERICO = "El servidor respondió con un error";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CONNECT_TIMEOUT = "com.sun.xml.ws.connect.timeout";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REQUEST_TIMEOUT = "com.sun.xml.ws.request.timeout";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int CONNECT_TIMEOUT_MS = 5_000;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int REQUEST_TIMEOUT_MS = 15_000;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LoginWebService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ConversorWebService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Sesion sesion;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ConversorServicio(LoginWebService login, ConversorWebService conversor, 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this.login =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this.conversor =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this.sesion = sesion;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6539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34692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ConversorServicio crear(Sesion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conTimeouts(new LoginWebService_Service().getLoginWebServicePort()),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conTimeouts(new ConversorWebService_Service().getConversorWebServicePort()),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The server is shared by several clients and may stall: fail instead of waiting forever.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&lt;T&gt; T conTimeouts(T puerto)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var contexto = ((BindingProvider) puerto).getRequestContext();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contexto.put(CONNECT_TIMEOUT, CONNECT_TIMEOUT_MS);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contexto.put(REQUEST_TIMEOUT, REQUEST_TIMEOUT_MS);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puerto;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iniciarSesion(String usuario, String clave)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A new login attempt replaces the previous session, even if it fails.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LoginDTO respuesta = llamar(() -&gt; login.login(usuario, clave));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(respuesta.getEstado() != ec.edu.monster.ws.login.EstadosEnum.OK)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ServicioException(mensajeOGenerico(respuesta.getMensaje()));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(respuesta.getToken() == null || respuesta.getToken().isBlank())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sesion.iniciar(usuario, respuesta.getToken());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15246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33012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double convertir(String magnitud, double valor, String desde, String hacia)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token = tokenActivo();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ConverterDTO respuesta = llamar(() -&gt; conversor.convert(token, magnitud, valor, desde, hacia));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validar(respuesta);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respuesta.getResultado();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List&lt;String&gt; catalogo(String magnitud)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token = tokenActivo();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CatalogDTO respuesta = llamar(() -&gt; conversor.catalog(token, magnitud));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validar(respuesta);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(respuesta.getResultado()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List.of();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List.copyOf(respuesta.getResultado().getUnidad());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cerrarSesion()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String tokenActivo()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(!sesion.estaActiva())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sesion.getToken();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59614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7902658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void validar(ec.edu.monster.ws.conversor.ResponseDTO respuesta)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(respuesta.getEstado() != ec.edu.monster.ws.conversor.EstadosEnum.OK)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ServicioException(mensajeOGenerico(respuesta.getMensaje()));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&lt;T&gt; T llamar(Supplier&lt;T&gt; llamada)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llamada.get();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(SOAPFaultException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// The server answered with a fault: show its message, not a connection error.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ServicioException(mensajeOGenerico(e.getFault().getFaultString()),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(WebServiceException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ServicioException(SIN_CONEXION,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mensajeOGenerico(String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mensaje == null || mensaje.isBlank() ? ERROR_GENERICO :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5898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ec/edu/monster/vista/LoginFrame.java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104877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window. Navigation to the main window is delegated to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{@code alAbrirMenu} callback supplied by the composition root.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LoginFrame extends JFrame implements LoginVista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Runnable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JTextField campoUsuario = Estilos.entrada(new JTextField());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JPasswordField campoClave = Estilos.entrada(new JPasswordField());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Runnable accionIngresar = () -&gt; {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Snapshots taken on the EDT so the controller can read them from a worker thread.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claveActual;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LoginFrame(Runnable alAbrirMenu)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super(Estilos.TITULO_VENTANA);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this.alAbrirMenu =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setDefaultCloseOperation(WindowConstants.EXIT_ON_CLOSE);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setSize(640, 480);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setLocationRelativeTo(null);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setContentPane(construirContenido());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JMenu archivo = Estilos.menu("Archivo");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archivo.add(Estilos.opcion("Salir",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() -&gt; dispatchEvent(new WindowEvent(this, WindowEvent.WINDOW_CLOSING))));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setJMenuBar(Estilos.barraMenu(archivo, Estilos.menuAyuda(this)));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getRootPane().setDefaultButton(botonIngresar);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2658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478551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botonIngresar.addActionListener(e -&gt; ingresar());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JPanel construirContenido()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formulario = new JPanel(new GridBagLayout());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GridBagConstraints c = new GridBagConstraints();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c.gridx =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c.fill = GridBagConstraints.HORIZONTAL;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c.weightx = 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formulario.add(Estilos.titulo("Iniciar sesión"),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formulario.add(Estilos.etiqueta("Usuario"),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formulario.add(campoUsuario,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formulario.add(Estilos.etiqueta("Contraseña"),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formulario.add(campoClave, c);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filaBoton = new JPanel(new FlowLayout(FlowLayout.RIGHT, 0,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botonIngresar.setPreferredSize(new Dimension(126, 40));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filaBoton.add(botonIngresar);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0,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formulario.add(filaBoton, c);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3435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7521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estado = Estilos.estadoServicio("Servicio disponible");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estado.setBorder(BorderFactory.createEmptyBorder(0, 50, 18, 50));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raiz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raiz.setBorder(BorderFactory.createEmptyBorder(36, 50, 0, 50));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raiz.add(formulario, BorderLayout.NORTH);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contenedor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contenedor.add(raiz, BorderLayout.CENTER);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contenedor.add(estado, BorderLayout.SOUTH);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contenedor;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usuarioActual = campoUsuario.getText();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claveActual = new String(campoClave.getPassword());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Estilos.enSegundoPlano(accionIngresar, this::mostrarError, 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getUsuario()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getClave()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claveActual;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7754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712752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JOptionPane.showOptionDialog(this, mensaje, Estilos.TITULO_VENTANA,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JOptionPane.DEFAULT_OPTION, JOptionPane.ERROR_MESSAGE, null,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new Object[] {"Aceptar"}, "Aceptar"));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abrirMenu()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claveActual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alAbrirMenu.run();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dispose();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alIngresar(Runnable accion)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5366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69ACFF-E568-A18D-9F2C-6DF793D4AE27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9616394-73C6-6CBD-E33A-47C761DB610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03C302-B47D-D3FD-2003-622B3A1DBD7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4E3B11E-D086-0A10-F19A-315DC390E7FB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D4231-1C07-3725-6892-0FC93FF413C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210D402-AB32-AD59-7F08-600F905C5FFD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BE856EB-39BE-10F9-12AE-B4A77A705C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112" b="60054"/>
          <a:stretch>
            <a:fillRect/>
          </a:stretch>
        </p:blipFill>
        <p:spPr>
          <a:xfrm>
            <a:off x="581191" y="3693801"/>
            <a:ext cx="2632964" cy="19108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555BEA-9B87-FBC5-9DA0-1C0B7821D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400" y="3584220"/>
            <a:ext cx="2570640" cy="21126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D8624D5-DC3D-1D64-D911-7D63B5A25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1" y="3693802"/>
            <a:ext cx="2667000" cy="180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3579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40801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al servidor SOAP mediante ConversorServicio (JAX-WS).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695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29718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ec/edu/monster/controlador/FabricaServicios.java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81952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Application-scoped holder of the WSDL-backed services. They are expensive,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so they are built once and shared; every user gets its own ports.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FabricaServicios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static final String ATRIBUTO = FabricaServicios.class.getName();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SIN_CONEXION = "No se pudo conectar con el servidor";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URI WSDL_CONVERSOR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URI.create("http://localhost:8080/WS_CON_UNI_JAVA_SOAP/ConversorWebService?wsdl");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TIMEOUT = Duration.ofSeconds(2);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URI wsdl;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HttpClient cliente = HttpClient.newBuilder().connectTimeout(TIMEOUT).build();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LoginWebService_Service loginServicio;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ConversorWebService_Service conversorServicio;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FabricaServicios()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this(WSDL_CONVERSOR);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/** Points the availability check at the given WSDL address.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FabricaServicios(URI wsdl)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this.wsdl = wsdl;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7656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2591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FabricaServicios de(ServletContext contexto)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(FabricaServicios) contexto.getAttribute(ATRIBUTO);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/** Builds a new per-user service bound to the given session.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ConversorServicio crearServicio(Sesion sesion)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cargarServicios();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ConversorServicio.crear(sesion, loginServicio, conversorServicio);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(RuntimeException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ServicioException(SIN_CONEXION,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* True when the server answers its WSDL right now. It asks the server on every call,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* because the services once built stay in memory even after the server goes down.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boolean disponible()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HttpRequest peticion = HttpRequest.newBuilder(wsdl).timeout(TIMEOUT).GET().build();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HttpResponse&lt;Void&gt; respuesta = cliente.send(peticion, HttpResponse.BodyHandlers.discarding());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respuesta.statusCode() == 200;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(InterruptedException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Thread.currentThread().interrupt();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2702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705023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FabricaServicios.java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A failed attempt leaves the fields empty so a later request retries.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synchronized void cargarServicios()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(loginServicio != null &amp;&amp; conversorServicio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LoginWebService_Service login =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ConversorWebService_Service conversor = new ConversorWebService_Service();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loginServicio =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conversorServicio =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(RuntimeException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ServicioException(SIN_CONEXION,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LoginServlet.java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page: validates the input, asks the model to log in and, on success,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stores the user's own service in a fresh HttpSession.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@WebServlet("/login")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LoginServlet extends HttpServlet {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0070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2713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CREDENCIALES_VACIAS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VISTA = "/ec/edu/monster/vista/login.jsp";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doGet(HttpServletRequest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(SesionUsuario.activa(request))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mostrar(request, response, null,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doPost(HttpServletRequest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(estaVacio(usuario) || estaVacio(clave))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CREDENCIALES_VACIAS);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ConversorServicio servicio = FabricaServicios.de(getServletContext()).crearServicio(sesion);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HttpSession httpSesion = nuevaSesion(request);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SesionUsuario.guardar(httpSesion,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1720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78888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Discards any previous session so its id and state are never reused (session fixation).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HttpSession nuevaSesion(HttpServletRequest request)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HttpSession anterior = request.getSession(false);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(anterior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anterior.invalidate();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 catch (IllegalStateException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// Already invalidated.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request.getSession(true);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mostrar(HttpServletRequest request, HttpServletResponse response, String usuario, String error)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password is never sent back to the page.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request.setAttribute("usuario", usuario == null ? "" : 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request.setAttribute("error", 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request.setAttribute("servicioDisponible", FabricaServicios.de(getServletContext()).disponible());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request.getRequestDispatcher(VISTA).forward(request, response);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45152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1698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LoginServlet.java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estaVacio(String 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texto == null || texto.isBlank();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&lt;!-- ===== login.jsp ===== --&gt;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page contentType="text/html; charset=UTF-8" pageEncoding="UTF-8"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taglib prefix="c" uri="jakarta.tags.core"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&lt;!DOCTYPE html&gt;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&lt;html lang="es"&gt;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charset="UTF-8"&gt;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name="viewport" content="width=device-width, initial-scale=1"&gt;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&lt;title&gt;Iniciar sesión - Conversión de Unidades Monster&lt;/title&gt;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&lt;link rel="stylesheet" href="${pageContext.request.contextPath}/css/estilos.css"&gt;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include file="/ec/edu/monster/vista/fragmentos/cabecera.jspf"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action="${pageContext.request.contextPath}/login"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value="&lt;c:out value='${usuario}'/&gt;"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26433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7501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&lt;c:if test="${not empty error}"&gt;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&lt;p&gt;&lt;c:out value="${error}"/&gt;&lt;/p&gt;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Reopen as a modal dialog so the page behind is dimmed, as in the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&lt;/c:if&gt;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&lt;/html&gt;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7293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C4CB87-17F8-2D2E-AFAE-098E95F90106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172F24-B4A7-1B8B-A910-379DBDA8232E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47842-D54B-1B84-3997-E0E5A5AB2EEF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A0E7DC73-F16B-220D-0E33-25875BEB0A1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4EC17D-108B-C243-706A-2607E26036A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A72B55B5-75B1-AC1A-8B57-1EFB61EC39E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8FF948-656C-86E0-5465-1C7B91932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6D419C1-1FB3-DACB-D659-1AD9CFB9AB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154" y="3809999"/>
            <a:ext cx="2639146" cy="178421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C64B0E-D398-5DF7-EA07-593CB0CF60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744815"/>
            <a:ext cx="2639146" cy="170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62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MOV_CON_UNI_JAVA_SOAP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56629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no incluye JAX-WS: la app arma el sobre SOAP en XML y lo envía por HTTP POST.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tiempos de espera de 15 s (SoapConfig) y lanza HttpEstadoException si el servidor responde con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5671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enviar(String url, String sobre)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(HttpURLConnection) new URL(url).openConnection();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conexion.setRequestMethod("POST");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"text/xml;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conexion.setRequestProperty("SOAPAction", "\"\"");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salida.write(sobre.getBytes(StandardCharsets.UTF_8));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(codigo == HttpURLConnection.HTTP_OK)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leer(conexion.getInputStream());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throw new HttpEstadoException(codigo, 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6059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SoapTransporte.java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ec/edu/monster/modelos/soap/SoapTransporte.java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314355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ec.edu.monster.modelos.soap;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SoapTransporte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int tiempoEsperaMs;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SoapTransporte()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this(SoapConfig.TIEMPO_ESPERA_MS);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SoapTransporte(int tiempoEsperaMs)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this.tiempoEsperaMs = tiempoEsperaMs;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enviar(String url, String sobre)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HttpURLConnection conexion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 = (HttpURLConnection) new URL(url).openConnection();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conexion.setRequestMethod("POST");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conexion.setRequestProperty("Content-Type", "text/xml;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conexion.setRequestProperty("SOAPAction", "\"\"");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salida.write(sobre.getBytes(StandardCharsets.UTF_8));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66899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SoapTransporte.java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8012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(codigo == HttpURLConnection.HTTP_OK)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leer(conexion.getInputStream());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(codigo == HttpURLConnection.HTTP_INTERNAL_ERROR &amp;&amp; conexion.getErrorStream()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leer(conexion.getErrorStream());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HttpEstadoException(codigo, 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finally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(conexion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conexion.disconnect();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leer(InputStream flujo)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(InputStream entrada = flujo; ByteArrayOutputStream buffer = new ByteArrayOutputStream())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byte[] bloque = new byte[4096];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leidos;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while ((leidos = entrada.read(bloque)) != -1)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buffer.write(bloque, 0, leidos);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buffer.toString(StandardCharsets.UTF_8.name());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49139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LoginSoapRepositorio.java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ec/edu/monster/modelos/repositorios/LoginSoapRepositorio.java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65862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LoginSoapRepositorio implements LoginRepositorio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SoapTransporte transporte;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VerificadorRed red;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LoginSoapRepositorio(String urlBase, SoapTransporte transporte, VerificadorRed red)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 = urlBase + SoapConfig.SERVICIO_LOGIN;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this.transporte = transporte;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this.red = red;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LoginResultado iniciarSesion(String usuario, String clave)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(red.sinRed())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LoginResultado.error(SoapErrores.SIN_CONEXION);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peticion = new SoapConstructorPeticion(SoapConfig.NAMESPACE, "login")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.parametro("username", 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.parametro("password",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.construir();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486772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LoginSoapRepositorio.java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0042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SoapLectorRespuesta respuesta = new SoapLectorRespuesta(transporte.enviar(url, peticion));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(respuesta.estado()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LoginResultado.error(SoapErrores.RESPUESTA_INCOMPLETA);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(!respuesta.estadoOk())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SoapErrores.mensajeServidor(respuesta.texto("mensaje"), "Usuario o contraseña incorrectos"));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token = respuesta.texto("token");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(token == null || token.isEmpty())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LoginResultado.error(SoapErrores.RESPUESTA_INCOMPLETA);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new LoginResultado(true, textoOVacio(respuesta.texto("mensaje")),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LoginResultado.error(SoapErrores.mensaje(e));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textoOVacio(String 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texto != null ? texto :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33329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ec/edu/monster/vista/LoginActivity.java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29832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LoginActivity extends AppCompatActivity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LoginControlador controlador;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EjecutorTareas tareas;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txtClave;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MaterialButton btnIngresar;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CircularProgressIndicator prgCargando;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TextView lblError;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onCreate(Bundle savedInstanceState)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super.onCreate(savedInstanceState);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EdgeToEdge.enable(this,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SystemBarStyle.dark(Color.TRANSPARENT),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SystemBarStyle.light(Color.TRANSPARENT, Color.TRANSPARENT));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setContentView(R.layout.activity_login);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AplicacionMonster app = AplicacionMonster.de(this);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controlador = app.crearLoginControlador();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 = app.getTareas();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72931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29486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 = findViewById(R.id.txtUsuario);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 = findViewById(R.id.txtClave);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 = findViewById(R.id.btnIngresar);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 = findViewById(R.id.prgCargando);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 = findViewById(R.id.lblError);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txtUsuario.setFilters(new InputFilter[] { new InputFilter.LengthFilter(LoginControlador.MAX_USUARIO)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txtClave.setFilters(new InputFilter[] { new InputFilter.LengthFilter(LoginControlador.MAX_CLAVE) });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EditorInfo.IME_ACTION_NEXT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txtClave.requestFocus();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EditorInfo.IME_ACTION_GO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alIngresar();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btnIngresar.setOnClickListener(v -&gt; alIngresar());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79123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33201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AjusteBordes.barraSuperior(findViewById(R.id.barraSuperior));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AjusteBordes.contenidoInferior(findViewById(R.id.contenido));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esEnter(KeyEvent evento)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evento != null &amp;&amp; evento.getKeyCode() == KeyEvent.KEYCODE_ENTER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&amp;&amp; evento.getAction() == KeyEvent.ACTION_DOWN;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(!btnIngresar.isEnabled())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txtUsuario.getText().toString();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txtClave.getText().toString();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lblError.setVisibility(View.GONE);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tareas.ejecutar(() -&gt; controlador.iniciarSesion(usuario, clave),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this::alTerminarLogin,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error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if (sigueAbierta())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mostrarError(getString(R.string.error_inesperado));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73457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59110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alTerminarLogin(LoginResultado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(resultado.isExito())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txtClave.setText("");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startActivity(new Intent(this, PrincipalActivity.class));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finish();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else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mostrarError(resultado.getMensaje());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boolean sigueAbierta()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!isFinishing() &amp;&amp; !isDestroyed();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mostrarCargando(boolean cargando)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prgCargando.setVisibility(cargando ? View.VISIBLE : View.GONE);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lblError.setText(mensaje);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lblError.setVisibility(View.VISIBLE);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5090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AA9F63-4236-E4E3-6FF7-DE0F62ABC79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D2E32-129F-B9B6-8A14-7D4399D0CFB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0170F-E815-3221-EFE2-89FFB1DF5D9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9D6CD3-ABAC-0D72-29A5-66560AF668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79"/>
          <a:stretch>
            <a:fillRect/>
          </a:stretch>
        </p:blipFill>
        <p:spPr>
          <a:xfrm>
            <a:off x="702628" y="3010242"/>
            <a:ext cx="1944447" cy="3386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EFE5627-FDBD-BD38-2302-4521320B9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432" y="2937019"/>
            <a:ext cx="1788140" cy="38724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DEF8F4-DC36-14D7-0E55-47DF0919B8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727" y="2937019"/>
            <a:ext cx="1588814" cy="3440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B699D67-F479-6196-545E-523D6A2327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8541" y="2937019"/>
            <a:ext cx="1554362" cy="336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77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Payara Server con JAX-WS generó automáticamente el contrato WSDL y procesó los mensajes XML según Jakarta EE.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72667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Incorporar análisis estático de código para asegurar que los cambios no rompan el contrato WSDL expuesto.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708887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12651</Words>
  <Application>Microsoft Office PowerPoint</Application>
  <PresentationFormat>Widescreen</PresentationFormat>
  <Paragraphs>2323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9" baseType="lpstr">
      <vt:lpstr>Cambria</vt:lpstr>
      <vt:lpstr>Noto Sans Symbols</vt:lpstr>
      <vt:lpstr>Calibri</vt:lpstr>
      <vt:lpstr>Gill Sans</vt:lpstr>
      <vt:lpstr>Arial</vt:lpstr>
      <vt:lpstr>Dividendo</vt:lpstr>
      <vt:lpstr>MANUAL CONVERSIÓN UNIDADES SOAP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9</cp:revision>
  <dcterms:modified xsi:type="dcterms:W3CDTF">2026-10-27T17:42:44Z</dcterms:modified>
</cp:coreProperties>
</file>