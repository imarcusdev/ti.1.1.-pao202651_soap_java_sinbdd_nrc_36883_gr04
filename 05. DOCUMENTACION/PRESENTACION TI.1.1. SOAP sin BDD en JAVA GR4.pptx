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/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27/10/2026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SOAP sin BDD en JAVA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TI.1.1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29/10/2026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>   Servidor SOAP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SOAP en JAVA,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SOAP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SOAP y WSDL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Intercambia mensajes XML dentro de un sobre (Envelope). Un contrato WSDL describe las operaciones del servicio.</a:t>
            </a:r>
          </a:p>
          <a:p>
            <a:r>
              <a:rPr lang="es-MX"/>
              <a:t>Ventaja: los clientes se generan automáticamente desde el WSDL (wsimport y Apache CXF).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7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(JAX-WS)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+ Apache CXF (wsdl2java)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21 · CXF 4.1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Swing + JAX-WS (wsimport)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Java 25 · JAX-WS 4.0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JSP / Servlets + JAX-WS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11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(Java) + SOAP por HTTP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Android SDK 36 · Java 17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31, Maven, Gradle,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NetBeans 31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SOAP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JAVA · localhost:8080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+ Apache CXF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Java Swing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JSP / Servlets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Android (Java)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mensajes SOAP en XML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SOAP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Jakarta EE en Payara (JAX-WS) · http://localhost:8080/WS_CON_UNI_JAVA_SOAP/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Java with Maven › Web Application en NetBeans 31.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WS_CON_UNI_JAVA_SOAP con el paquete ec.edu.monster.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Payara Server en el puerto 8080.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jakarta.jakartaee-api 11 y webservices-rt 4.0.6.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Servicios web SOAP (LoginWebService y ConversorWebService):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12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LoginWebService.login  ·  catálogo → ConversorWebService.catalog  ·  conversión → ConversorWebService.convert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@WebService(serviceName = "ConversorWebService")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class ConversorWebService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@WebMethod(operationName = "convert")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ConverterDTO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@WebParam(name = "token")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@WebParam(name = "type") String type,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@WebParam(name = "value") double value,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@WebParam(name = "from") String from,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@WebParam(name = "to") String to)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if (!LoginController.validateUser(token))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return new ConverterDTO(EstadosEnum.ERROR,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  "Invalid Token", 0);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new ConverterDTO(EstadosEnum.OK,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"Conversión Exitosa",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ConverterController.convert(type, value, from, to));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@WebService y @WebMethod publican la clase como servicio SOAP; Payara genera el WSDL automáticamente.</a:t>
            </a:r>
          </a:p>
          <a:p>
            <a:r>
              <a:rPr lang="es-MX"/>
              <a:t>Cada operación valida el token antes de convertir, así nadie usa el servicio sin iniciar sesión.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NetBeans 31 (Run) sobre Payara Server.</a:t>
            </a:r>
          </a:p>
          <a:p>
            <a:r>
              <a:rPr lang="es-MX"/>
              <a:t>Comprobar el WSDL en http://localhost:8080/WS_CON_UNI_JAVA_SOAP/LoginWebService?wsdl.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21 + Apache CXF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class LoginHTTP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LoginWebService_Service service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new LoginWebService_Service();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private LoginWebService port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service.getLoginWebServicePort();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public LoginDTO login(String username, String password)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port.login(username, password);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LoginWebService_Service y su puerto se generan desde el WSDL con Apache CXF (wsdl2java).</a:t>
            </a:r>
          </a:p>
          <a:p>
            <a:r>
              <a:rPr lang="es-MX"/>
              <a:t>El token devuelto se guarda en la sesión y se envía en las llamadas de catálogo y conversión.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Java Swing + JAX-WS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static ConversorServicio crear(Sesion sesion)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return new ConversorServicio(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conTimeouts(new LoginWebService_Service()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  .getLoginWebServicePort()),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conTimeouts(new ConversorWebService_Service()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  .getConversorWebServicePort()),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void iniciarSesion(String usuario, String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throws ServicioException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sesion.cerrar();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LoginDTO respuesta = llamar(() -&gt; login.login(usuario, clave));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(respuesta.getEstado() != EstadosEnum.OK)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throw new ServicioException(respuesta.getMensaje());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sesion.iniciar(usuario, respuesta.getToken());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Crea los puertos SOAP generados con wsimport (JAX-WS) con tiempos de espera de 5 s y 15 s.</a:t>
            </a:r>
          </a:p>
          <a:p>
            <a:r>
              <a:rPr lang="es-MX"/>
              <a:t>Si el servidor responde con error o no hay conexión, lanza ServicioException y la ventana muestra el mensaje.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JSP / Servlets + JAX-WS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WEB_CON_UNI_JAVA_SOAP creado en NetBeans 31.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@Override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protected void doPost(HttpServletRequest request,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HttpServletResponse response)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throws ServletException,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usuario = request.getParameter("usuario");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String clave = request.getParameter("clave");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Sesion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try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ConversorServicio servicio = FabricaServicios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  .de(getServletContext()).crearServicio(sesion);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servicio.iniciarSesion(usuario.trim(),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SesionUsuario.guardar(nuevaSesion(request), sesion, servicio);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response.sendRedirect(request.getContextPath() + "/menu");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 catch (ServicioException e)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mostrar(request, response, usuario, e.getMessage());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servlet recibe el formulario de login y llama al servidor SOAP mediante ConversorServicio (JAX-WS).</a:t>
            </a:r>
          </a:p>
          <a:p>
            <a:r>
              <a:rPr lang="es-MX"/>
              <a:t>Guarda la sesión en una HttpSession nueva; si falla, vuelve a mostrar el login con el mensaje de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Android (Java)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MOV_CON_UNI_JAVA_SOAP creado en NetBeans 31 (Java with Gradle).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public String enviar(String url, String sobre) throws IOException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HttpURLConnection conexion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(HttpURLConnection) new URL(url).openConnection();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conexion.setRequestMethod("POST");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conexion.setConnectTimeout(tiempoEsperaMs);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conexion.setReadTimeout(tiempoEsperaMs);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conexion.setDoOutput(true);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conexion.setRequestProperty("Content-Type",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  "text/xml; charset=utf-8");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conexion.setRequestProperty("SOAPAction", "\"\"");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try (OutputStream salida = conexion.getOutputStream())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salida.write(sobre.getBytes(StandardCharsets.UTF_8));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int codigo = conexion.getResponseCode();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if (codigo == HttpURLConnection.HTTP_OK)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  return leer(conexion.getInputStream());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  throw new HttpEstadoException(codigo, url);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Android no incluye JAX-WS: la app arma el sobre SOAP en XML y lo envía por HTTP POST.</a:t>
            </a:r>
          </a:p>
          <a:p>
            <a:r>
              <a:rPr lang="es-MX"/>
              <a:t>Usa tiempos de espera de 15 s (SoapConfig) y lanza HttpEstadoException si el servidor responde con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216 pruebas automáticas: escritorio (65), web (73) y móvil (78).</a:t>
            </a:r>
          </a:p>
          <a:p>
            <a:r>
              <a:rPr lang="es-MX"/>
              <a:t>Herramienta usada: JUnit 5 (y Mockito en el cliente web).</a:t>
            </a:r>
          </a:p>
          <a:p>
            <a:r>
              <a:rPr lang="es-MX"/>
              <a:t>El servidor se probó además con SoapUI (Conversor-soapui-project.xml).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SOAP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Payara Server con JAX-WS generó automáticamente el contrato WSDL y procesó los mensajes XML según Jakarta EE.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y WS-Security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Incorporar análisis estático de código para asegurar que los cambios no rompan el contrato WSDL expuesto.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Payara Services. (2026). Platform engineering for enterprise Java. https://payara.fish/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3047</Words>
  <Application>Microsoft Office PowerPoint</Application>
  <PresentationFormat>Widescreen</PresentationFormat>
  <Paragraphs>449</Paragraphs>
  <Slides>38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Arial</vt:lpstr>
      <vt:lpstr>Consolas</vt:lpstr>
      <vt:lpstr>Segoe UI</vt:lpstr>
      <vt:lpstr>Segoe UI Semibold</vt:lpstr>
      <vt:lpstr>Office Theme</vt:lpstr>
      <vt:lpstr>Conversión de Unidades SOAP sin BDD en JAVA</vt:lpstr>
      <vt:lpstr>Contenido</vt:lpstr>
      <vt:lpstr>Objetivos</vt:lpstr>
      <vt:lpstr>Marco teórico y arquitectura</vt:lpstr>
      <vt:lpstr>SOAP y WSDL</vt:lpstr>
      <vt:lpstr>Arquitectura SOA y patrón MVC</vt:lpstr>
      <vt:lpstr>Tecnologías utilizadas</vt:lpstr>
      <vt:lpstr>Arquitectura del sistema</vt:lpstr>
      <vt:lpstr>Servidor SOAP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2</cp:revision>
  <dcterms:created xsi:type="dcterms:W3CDTF">2026-10-26T18:34:13Z</dcterms:created>
  <dcterms:modified xsi:type="dcterms:W3CDTF">2026-10-27T06:42:24Z</dcterms:modified>
</cp:coreProperties>
</file>